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719"/>
  </p:normalViewPr>
  <p:slideViewPr>
    <p:cSldViewPr snapToGrid="0">
      <p:cViewPr>
        <p:scale>
          <a:sx n="117" d="100"/>
          <a:sy n="117" d="100"/>
        </p:scale>
        <p:origin x="-4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C16E2E-7B19-E643-BECD-C63E5BB20787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966991-8BF4-1F4F-A05C-46E4B7CAC21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95265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DE" b="1" dirty="0"/>
              <a:t>Goal</a:t>
            </a:r>
            <a:r>
              <a:rPr lang="en-DE" b="0" dirty="0"/>
              <a:t>: Agent optimizes its actions to maximize the overall reward </a:t>
            </a:r>
            <a:endParaRPr lang="en-DE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0D9132-D431-D34B-BF77-C153F148EFA1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62912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68BF-311C-6BB9-F50C-3AE450DB4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4EFC2-F80A-387D-4DBE-BA09EE9BC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8FA1B-38D7-847F-4255-2E1EB3C6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D5496-4A2E-2348-6AB3-85211297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48B1A-5CC8-C116-630A-2232F9C07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72538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1FCD-7EB0-EDDB-AF3C-E3DC17494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4CD02-1144-7EC6-E991-F0D145199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DC7C13-DF52-9741-BFEF-4731F53B0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963EB-7155-8352-1047-F0E53566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7DB8EC-3061-FFF1-05B4-9032FFF91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6384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1740A-5BDF-3583-05F6-8BD1198D8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066C7-1CD6-CF57-785E-4903234B7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69CC8-B01B-7AF6-6A37-D92741160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DCA09-48B7-94B3-5943-F110E5168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B864D-8984-76DA-FBD6-1A117F84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786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08DA7-B643-A96A-4836-A9C6FAC9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B6AF7-295A-6358-99BF-705983F18B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95AF1C-92C9-9D65-AD00-55DD7BE8EA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DF65AE-3DD5-B7CC-A224-81628D2BF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99070-EC48-7BA5-E323-45C09AA3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D5FD3-8E7E-7B5B-E143-2ADBBD12C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9986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7374C-3212-6EDB-41FD-636D490EA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8E22E-3C5C-B9C1-679F-FF8CBCB7A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3CCEDD-BC75-98D9-9D5D-3190923B60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F5D776-2552-3E18-3629-36A609DE94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CAEF9F-B199-617E-F864-2629F06AB5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B6B31F-8AE7-7304-085A-5A6C71BB5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342BE4-8A0E-386E-2334-95A6FE6A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D8E4CD-769C-1C18-E83D-4F025DE8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09957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1A075-6EB8-1925-1622-930E1AC30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062F57-4F2B-CEFA-4C58-7E1A229DC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50625F-6920-8A5F-976B-231B29745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1B524-D4F8-D465-5814-A5D033EEF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35110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39851F-B129-5A79-CDE1-2E876880D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08D5E3-F5EB-B07A-3716-2CF29528F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0B597-77B2-C9EA-EDFF-9DF2980CB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90548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4E802-2665-3C28-B2D6-CEF989F21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0C2C4-13F6-9A7F-885B-4E321800EE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5EC82-08F0-7E3F-7E61-6A93159D2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B9854F-9BD1-1069-8ACA-09D353A8F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109D92-B129-47B7-8342-7C7754D36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1BAF8E-0531-C7E0-6708-3E7335FE6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86413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CFB8B-7FC1-F26E-C0C6-D4AEB49AF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403E86-6C42-A2C0-9A0E-F242602524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D731D-D083-BF1A-3720-324D0F1BA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684596-5883-83A0-9194-EA82E4A45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A2F796-1E3A-8952-74A7-723CD8577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EE571-AC08-5F9C-6CFE-7AEE4B36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33568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CEFF3-BBF6-E48D-D1B5-AA21E74CF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3AE962-1738-207E-B36D-E4C213592F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8475C6-B41E-6592-1572-46DDCC4AD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E8AB4-2E90-890A-7AA9-2C4687CA9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AF9479-6A2D-FBF8-3BA8-022F9E780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5494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BCFD9E-7B81-849E-052A-65EA2BAE1B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5FD6D9-6402-1B11-ADBE-5E5F714AF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B9EAB-18D0-15EF-2434-7CBC681CA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02E2B-ECF1-84F9-6561-071B9DAFD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5E5F4-F3D4-9844-2E06-7B3371C63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4619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03E426-0217-9F70-3C03-ED86A3B4F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5DEFA-ACBA-5A3A-288C-86AEFDF7E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C6731-AFD6-2121-3112-DABDD0F736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06E1C4-225D-E24F-998F-A895FB905B3C}" type="datetimeFigureOut">
              <a:rPr lang="en-DE" smtClean="0"/>
              <a:t>16.11.23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945A67-559A-F98E-8871-5DF1B50DF9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9B54C-81B3-78C8-11AA-32D889B4E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80388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4CE1B95-6201-BF45-B7F9-B640B99E1943}"/>
              </a:ext>
            </a:extLst>
          </p:cNvPr>
          <p:cNvSpPr/>
          <p:nvPr/>
        </p:nvSpPr>
        <p:spPr>
          <a:xfrm>
            <a:off x="3473118" y="703800"/>
            <a:ext cx="5245765" cy="3564739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DE" dirty="0">
                <a:latin typeface="BKM-cmtt12" panose="020B0501010101010101" pitchFamily="34" charset="2"/>
              </a:rPr>
              <a:t>Agent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B1C03DF-B3BD-0F4E-84AA-C4E7C5C5A9F7}"/>
                  </a:ext>
                </a:extLst>
              </p:cNvPr>
              <p:cNvSpPr/>
              <p:nvPr/>
            </p:nvSpPr>
            <p:spPr>
              <a:xfrm>
                <a:off x="5220367" y="1484565"/>
                <a:ext cx="1751267" cy="737531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DE" dirty="0">
                    <a:latin typeface="BKM-cmtt12" panose="020B0501010101010101" pitchFamily="34" charset="2"/>
                  </a:rPr>
                  <a:t>Policy</a:t>
                </a:r>
                <a:r>
                  <a:rPr lang="en-DE" dirty="0"/>
                  <a:t> </a:t>
                </a:r>
                <a14:m>
                  <m:oMath xmlns:m="http://schemas.openxmlformats.org/officeDocument/2006/math">
                    <m:r>
                      <a:rPr lang="en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DE" dirty="0"/>
              </a:p>
            </p:txBody>
          </p:sp>
        </mc:Choice>
        <mc:Fallback xmlns="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B1C03DF-B3BD-0F4E-84AA-C4E7C5C5A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367" y="1484565"/>
                <a:ext cx="1751267" cy="73753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F8A7403-F7E6-CC48-95A8-8C2311B203BB}"/>
              </a:ext>
            </a:extLst>
          </p:cNvPr>
          <p:cNvSpPr/>
          <p:nvPr/>
        </p:nvSpPr>
        <p:spPr>
          <a:xfrm>
            <a:off x="4839907" y="3040768"/>
            <a:ext cx="2512187" cy="737531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dirty="0">
                <a:latin typeface="BKM-cmtt12" panose="020B0501010101010101" pitchFamily="34" charset="2"/>
              </a:rPr>
              <a:t>RL Algorithm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440869-735D-584C-9B74-B2A2085C7529}"/>
              </a:ext>
            </a:extLst>
          </p:cNvPr>
          <p:cNvSpPr txBox="1"/>
          <p:nvPr/>
        </p:nvSpPr>
        <p:spPr>
          <a:xfrm>
            <a:off x="6116775" y="2228036"/>
            <a:ext cx="192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>
                <a:latin typeface="BKM-cmtt12" panose="020B0501010101010101" pitchFamily="34" charset="2"/>
              </a:rPr>
              <a:t>Policy Update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AEE7703-C20B-6E4E-99AA-FBECC878083C}"/>
              </a:ext>
            </a:extLst>
          </p:cNvPr>
          <p:cNvSpPr>
            <a:spLocks noChangeAspect="1"/>
          </p:cNvSpPr>
          <p:nvPr/>
        </p:nvSpPr>
        <p:spPr>
          <a:xfrm>
            <a:off x="8216382" y="1797046"/>
            <a:ext cx="103128" cy="108000"/>
          </a:xfrm>
          <a:prstGeom prst="ellips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7B06D59-F7F1-F84C-927F-575760FB292D}"/>
              </a:ext>
            </a:extLst>
          </p:cNvPr>
          <p:cNvSpPr/>
          <p:nvPr/>
        </p:nvSpPr>
        <p:spPr>
          <a:xfrm>
            <a:off x="4910427" y="5087940"/>
            <a:ext cx="2371146" cy="643727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dirty="0">
                <a:latin typeface="BKM-cmtt12" panose="020B0501010101010101" pitchFamily="34" charset="2"/>
              </a:rPr>
              <a:t>Environment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363B839-10A3-7B43-8670-133E55F0D08E}"/>
                  </a:ext>
                </a:extLst>
              </p:cNvPr>
              <p:cNvSpPr txBox="1"/>
              <p:nvPr/>
            </p:nvSpPr>
            <p:spPr>
              <a:xfrm>
                <a:off x="9359912" y="1869738"/>
                <a:ext cx="1453536" cy="47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DE" dirty="0">
                    <a:latin typeface="BKM-cmtt12" panose="020B0501010101010101" pitchFamily="34" charset="2"/>
                  </a:rPr>
                  <a:t>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DE" dirty="0">
                  <a:latin typeface="BKM-cmtt12" panose="020B0501010101010101" pitchFamily="34" charset="2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363B839-10A3-7B43-8670-133E55F0D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9912" y="1869738"/>
                <a:ext cx="1453536" cy="471665"/>
              </a:xfrm>
              <a:prstGeom prst="rect">
                <a:avLst/>
              </a:prstGeom>
              <a:blipFill>
                <a:blip r:embed="rId4"/>
                <a:stretch>
                  <a:fillRect l="-3448" t="-789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DCB837CD-D876-7E47-AF2F-272A32745FCC}"/>
              </a:ext>
            </a:extLst>
          </p:cNvPr>
          <p:cNvSpPr>
            <a:spLocks noChangeAspect="1"/>
          </p:cNvSpPr>
          <p:nvPr/>
        </p:nvSpPr>
        <p:spPr>
          <a:xfrm>
            <a:off x="3803169" y="1795778"/>
            <a:ext cx="104400" cy="109332"/>
          </a:xfrm>
          <a:prstGeom prst="ellips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20D4D30-6B3D-C148-B038-E732687E48BA}"/>
                  </a:ext>
                </a:extLst>
              </p:cNvPr>
              <p:cNvSpPr txBox="1"/>
              <p:nvPr/>
            </p:nvSpPr>
            <p:spPr>
              <a:xfrm>
                <a:off x="1768804" y="1920904"/>
                <a:ext cx="10859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DE" dirty="0">
                    <a:latin typeface="BKM-cmtt12" panose="020B0501010101010101" pitchFamily="34" charset="2"/>
                  </a:rPr>
                  <a:t>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DE" dirty="0">
                  <a:latin typeface="BKM-cmtt12" panose="020B0501010101010101" pitchFamily="34" charset="2"/>
                </a:endParaRP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20D4D30-6B3D-C148-B038-E732687E4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804" y="1920904"/>
                <a:ext cx="1085938" cy="369332"/>
              </a:xfrm>
              <a:prstGeom prst="rect">
                <a:avLst/>
              </a:prstGeom>
              <a:blipFill>
                <a:blip r:embed="rId5"/>
                <a:stretch>
                  <a:fillRect l="-4651" t="-6667" b="-23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41E694-D346-3048-BBFC-E426657607F3}"/>
                  </a:ext>
                </a:extLst>
              </p:cNvPr>
              <p:cNvSpPr txBox="1"/>
              <p:nvPr/>
            </p:nvSpPr>
            <p:spPr>
              <a:xfrm>
                <a:off x="6038252" y="4417378"/>
                <a:ext cx="14060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DE" dirty="0">
                    <a:latin typeface="BKM-cmtt12" panose="020B0501010101010101" pitchFamily="34" charset="2"/>
                  </a:rPr>
                  <a:t>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DE" dirty="0">
                  <a:latin typeface="BKM-cmtt12" panose="020B0501010101010101" pitchFamily="34" charset="2"/>
                </a:endParaRPr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41E694-D346-3048-BBFC-E42665760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8252" y="4417378"/>
                <a:ext cx="1406026" cy="369332"/>
              </a:xfrm>
              <a:prstGeom prst="rect">
                <a:avLst/>
              </a:prstGeom>
              <a:blipFill>
                <a:blip r:embed="rId6"/>
                <a:stretch>
                  <a:fillRect l="-3571" t="-10345" b="-241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17B8ED9-4583-E36D-E6F5-237F10067979}"/>
              </a:ext>
            </a:extLst>
          </p:cNvPr>
          <p:cNvCxnSpPr>
            <a:stCxn id="4" idx="2"/>
            <a:endCxn id="6" idx="2"/>
          </p:cNvCxnSpPr>
          <p:nvPr/>
        </p:nvCxnSpPr>
        <p:spPr>
          <a:xfrm flipV="1">
            <a:off x="6096001" y="3778299"/>
            <a:ext cx="0" cy="490240"/>
          </a:xfrm>
          <a:prstGeom prst="straightConnector1">
            <a:avLst/>
          </a:prstGeom>
          <a:ln w="952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8FB920B-08A0-9F36-DDA1-853338136ACE}"/>
              </a:ext>
            </a:extLst>
          </p:cNvPr>
          <p:cNvCxnSpPr>
            <a:stCxn id="22" idx="0"/>
            <a:endCxn id="4" idx="2"/>
          </p:cNvCxnSpPr>
          <p:nvPr/>
        </p:nvCxnSpPr>
        <p:spPr>
          <a:xfrm flipV="1">
            <a:off x="6096000" y="4268539"/>
            <a:ext cx="1" cy="819401"/>
          </a:xfrm>
          <a:prstGeom prst="straightConnector1">
            <a:avLst/>
          </a:prstGeom>
          <a:ln w="952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F35A6F54-BECE-397A-B42E-63D95BE7A11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473118" y="1853331"/>
            <a:ext cx="1747249" cy="0"/>
          </a:xfrm>
          <a:prstGeom prst="straightConnector1">
            <a:avLst/>
          </a:prstGeom>
          <a:ln w="952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250347A-458B-3855-DFBD-851CC42EB48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6971634" y="1853331"/>
            <a:ext cx="1747249" cy="0"/>
          </a:xfrm>
          <a:prstGeom prst="straightConnector1">
            <a:avLst/>
          </a:prstGeom>
          <a:ln w="952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CA2F757E-B1D6-BD03-8FF6-FA8F57DEA5FC}"/>
              </a:ext>
            </a:extLst>
          </p:cNvPr>
          <p:cNvCxnSpPr>
            <a:cxnSpLocks/>
          </p:cNvCxnSpPr>
          <p:nvPr/>
        </p:nvCxnSpPr>
        <p:spPr>
          <a:xfrm>
            <a:off x="2854742" y="1853988"/>
            <a:ext cx="618376" cy="0"/>
          </a:xfrm>
          <a:prstGeom prst="straightConnector1">
            <a:avLst/>
          </a:prstGeom>
          <a:ln w="952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C97EC543-ECBE-A9BA-7BA1-2982FFA2EA17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>
            <a:off x="2854745" y="1850444"/>
            <a:ext cx="2055683" cy="3559360"/>
          </a:xfrm>
          <a:prstGeom prst="bentConnector2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Elbow Connector 111">
            <a:extLst>
              <a:ext uri="{FF2B5EF4-FFF2-40B4-BE49-F238E27FC236}">
                <a16:creationId xmlns:a16="http://schemas.microsoft.com/office/drawing/2014/main" id="{A3610E17-02B2-C45F-07E4-D4FCF34F9BF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7281573" y="1850444"/>
            <a:ext cx="2055683" cy="3559360"/>
          </a:xfrm>
          <a:prstGeom prst="bentConnector2">
            <a:avLst/>
          </a:prstGeom>
          <a:ln w="9525">
            <a:headEnd type="triangle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AB6F798-F0FD-E0C2-B233-C7B5E78A5F22}"/>
              </a:ext>
            </a:extLst>
          </p:cNvPr>
          <p:cNvCxnSpPr>
            <a:cxnSpLocks/>
          </p:cNvCxnSpPr>
          <p:nvPr/>
        </p:nvCxnSpPr>
        <p:spPr>
          <a:xfrm>
            <a:off x="8718883" y="1853869"/>
            <a:ext cx="618376" cy="0"/>
          </a:xfrm>
          <a:prstGeom prst="straightConnector1">
            <a:avLst/>
          </a:prstGeom>
          <a:ln w="9525"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Elbow Connector 116">
            <a:extLst>
              <a:ext uri="{FF2B5EF4-FFF2-40B4-BE49-F238E27FC236}">
                <a16:creationId xmlns:a16="http://schemas.microsoft.com/office/drawing/2014/main" id="{EB339C69-3E82-6207-0A2F-8A392227F2E3}"/>
              </a:ext>
            </a:extLst>
          </p:cNvPr>
          <p:cNvCxnSpPr>
            <a:cxnSpLocks/>
            <a:endCxn id="6" idx="1"/>
          </p:cNvCxnSpPr>
          <p:nvPr/>
        </p:nvCxnSpPr>
        <p:spPr>
          <a:xfrm rot="16200000" flipH="1">
            <a:off x="3589617" y="2159244"/>
            <a:ext cx="1517712" cy="982868"/>
          </a:xfrm>
          <a:prstGeom prst="bentConnector2">
            <a:avLst/>
          </a:prstGeom>
          <a:ln w="952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7624F01E-1308-CCFC-E29A-BB16DC56A100}"/>
              </a:ext>
            </a:extLst>
          </p:cNvPr>
          <p:cNvCxnSpPr>
            <a:stCxn id="14" idx="4"/>
          </p:cNvCxnSpPr>
          <p:nvPr/>
        </p:nvCxnSpPr>
        <p:spPr>
          <a:xfrm rot="5400000">
            <a:off x="7055982" y="2201160"/>
            <a:ext cx="1508079" cy="915850"/>
          </a:xfrm>
          <a:prstGeom prst="bentConnector3">
            <a:avLst>
              <a:gd name="adj1" fmla="val 100026"/>
            </a:avLst>
          </a:prstGeom>
          <a:ln w="952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1204439E-27DA-24EA-4810-81F04306B50E}"/>
              </a:ext>
            </a:extLst>
          </p:cNvPr>
          <p:cNvCxnSpPr>
            <a:stCxn id="6" idx="0"/>
            <a:endCxn id="5" idx="2"/>
          </p:cNvCxnSpPr>
          <p:nvPr/>
        </p:nvCxnSpPr>
        <p:spPr>
          <a:xfrm flipV="1">
            <a:off x="6096001" y="2222096"/>
            <a:ext cx="0" cy="818672"/>
          </a:xfrm>
          <a:prstGeom prst="straightConnector1">
            <a:avLst/>
          </a:prstGeom>
          <a:ln w="952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9423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26</Words>
  <Application>Microsoft Macintosh PowerPoint</Application>
  <PresentationFormat>Widescreen</PresentationFormat>
  <Paragraphs>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BKM-cmtt12</vt:lpstr>
      <vt:lpstr>Calibri</vt:lpstr>
      <vt:lpstr>Calibri Light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Kristina Lietz</dc:creator>
  <cp:lastModifiedBy>Kristina Lietz</cp:lastModifiedBy>
  <cp:revision>6</cp:revision>
  <dcterms:created xsi:type="dcterms:W3CDTF">2023-06-16T19:28:57Z</dcterms:created>
  <dcterms:modified xsi:type="dcterms:W3CDTF">2023-11-16T18:59:10Z</dcterms:modified>
</cp:coreProperties>
</file>