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692"/>
  </p:normalViewPr>
  <p:slideViewPr>
    <p:cSldViewPr snapToGrid="0">
      <p:cViewPr varScale="1">
        <p:scale>
          <a:sx n="102" d="100"/>
          <a:sy n="102" d="100"/>
        </p:scale>
        <p:origin x="17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16E2E-7B19-E643-BECD-C63E5BB20787}" type="datetimeFigureOut">
              <a:rPr lang="en-DE" smtClean="0"/>
              <a:t>13.10.23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66991-8BF4-1F4F-A05C-46E4B7CAC21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95265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DE" b="1" dirty="0"/>
              <a:t>Goal</a:t>
            </a:r>
            <a:r>
              <a:rPr lang="en-DE" b="0" dirty="0"/>
              <a:t>: Agent optimizes its actions to maximize the overall reward </a:t>
            </a:r>
            <a:endParaRPr lang="en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0D9132-D431-D34B-BF77-C153F148EFA1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6291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68BF-311C-6BB9-F50C-3AE450DB4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4EFC2-F80A-387D-4DBE-BA09EE9BC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8FA1B-38D7-847F-4255-2E1EB3C6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E1C4-225D-E24F-998F-A895FB905B3C}" type="datetimeFigureOut">
              <a:rPr lang="en-DE" smtClean="0"/>
              <a:t>13.10.23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D5496-4A2E-2348-6AB3-85211297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48B1A-5CC8-C116-630A-2232F9C07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E679-A96A-744B-A1F3-739E95A72B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7253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01FCD-7EB0-EDDB-AF3C-E3DC1749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4CD02-1144-7EC6-E991-F0D145199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C7C13-DF52-9741-BFEF-4731F53B0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E1C4-225D-E24F-998F-A895FB905B3C}" type="datetimeFigureOut">
              <a:rPr lang="en-DE" smtClean="0"/>
              <a:t>13.10.23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963EB-7155-8352-1047-F0E53566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DB8EC-3061-FFF1-05B4-9032FFF9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E679-A96A-744B-A1F3-739E95A72B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6384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1740A-5BDF-3583-05F6-8BD1198D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066C7-1CD6-CF57-785E-4903234B7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69CC8-B01B-7AF6-6A37-D92741160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E1C4-225D-E24F-998F-A895FB905B3C}" type="datetimeFigureOut">
              <a:rPr lang="en-DE" smtClean="0"/>
              <a:t>13.10.23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DCA09-48B7-94B3-5943-F110E5168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B864D-8984-76DA-FBD6-1A117F84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E679-A96A-744B-A1F3-739E95A72B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4786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08DA7-B643-A96A-4836-A9C6FAC9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B6AF7-295A-6358-99BF-705983F18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5AF1C-92C9-9D65-AD00-55DD7BE8E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F65AE-3DD5-B7CC-A224-81628D2B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E1C4-225D-E24F-998F-A895FB905B3C}" type="datetimeFigureOut">
              <a:rPr lang="en-DE" smtClean="0"/>
              <a:t>13.10.23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99070-EC48-7BA5-E323-45C09AA3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D5FD3-8E7E-7B5B-E143-2ADBBD12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E679-A96A-744B-A1F3-739E95A72B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998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374C-3212-6EDB-41FD-636D490E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8E22E-3C5C-B9C1-679F-FF8CBCB7A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CCEDD-BC75-98D9-9D5D-3190923B6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5D776-2552-3E18-3629-36A609DE9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AEF9F-B199-617E-F864-2629F06AB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B6B31F-8AE7-7304-085A-5A6C71BB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E1C4-225D-E24F-998F-A895FB905B3C}" type="datetimeFigureOut">
              <a:rPr lang="en-DE" smtClean="0"/>
              <a:t>13.10.23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342BE4-8A0E-386E-2334-95A6FE6A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D8E4CD-769C-1C18-E83D-4F025DE8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E679-A96A-744B-A1F3-739E95A72B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9957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1A075-6EB8-1925-1622-930E1AC30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62F57-4F2B-CEFA-4C58-7E1A229DC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E1C4-225D-E24F-998F-A895FB905B3C}" type="datetimeFigureOut">
              <a:rPr lang="en-DE" smtClean="0"/>
              <a:t>13.10.23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50625F-6920-8A5F-976B-231B2974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1B524-D4F8-D465-5814-A5D033EEF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E679-A96A-744B-A1F3-739E95A72B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5110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9851F-B129-5A79-CDE1-2E876880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E1C4-225D-E24F-998F-A895FB905B3C}" type="datetimeFigureOut">
              <a:rPr lang="en-DE" smtClean="0"/>
              <a:t>13.10.23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08D5E3-F5EB-B07A-3716-2CF29528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0B597-77B2-C9EA-EDFF-9DF2980C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E679-A96A-744B-A1F3-739E95A72B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9054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E802-2665-3C28-B2D6-CEF989F21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0C2C4-13F6-9A7F-885B-4E321800E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5EC82-08F0-7E3F-7E61-6A93159D2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9854F-9BD1-1069-8ACA-09D353A8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E1C4-225D-E24F-998F-A895FB905B3C}" type="datetimeFigureOut">
              <a:rPr lang="en-DE" smtClean="0"/>
              <a:t>13.10.23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09D92-B129-47B7-8342-7C7754D3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BAF8E-0531-C7E0-6708-3E7335FE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E679-A96A-744B-A1F3-739E95A72B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6413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CFB8B-7FC1-F26E-C0C6-D4AEB49AF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403E86-6C42-A2C0-9A0E-F242602524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D731D-D083-BF1A-3720-324D0F1BA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84596-5883-83A0-9194-EA82E4A4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E1C4-225D-E24F-998F-A895FB905B3C}" type="datetimeFigureOut">
              <a:rPr lang="en-DE" smtClean="0"/>
              <a:t>13.10.23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2F796-1E3A-8952-74A7-723CD8577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EE571-AC08-5F9C-6CFE-7AEE4B36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E679-A96A-744B-A1F3-739E95A72B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33568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CEFF3-BBF6-E48D-D1B5-AA21E74CF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AE962-1738-207E-B36D-E4C213592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475C6-B41E-6592-1572-46DDCC4AD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E1C4-225D-E24F-998F-A895FB905B3C}" type="datetimeFigureOut">
              <a:rPr lang="en-DE" smtClean="0"/>
              <a:t>13.10.23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E8AB4-2E90-890A-7AA9-2C4687CA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F9479-6A2D-FBF8-3BA8-022F9E780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E679-A96A-744B-A1F3-739E95A72B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494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CFD9E-7B81-849E-052A-65EA2BAE1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5FD6D9-6402-1B11-ADBE-5E5F714AF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B9EAB-18D0-15EF-2434-7CBC681C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E1C4-225D-E24F-998F-A895FB905B3C}" type="datetimeFigureOut">
              <a:rPr lang="en-DE" smtClean="0"/>
              <a:t>13.10.23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02E2B-ECF1-84F9-6561-071B9DAFD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5E5F4-F3D4-9844-2E06-7B3371C63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E679-A96A-744B-A1F3-739E95A72B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9461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3E426-0217-9F70-3C03-ED86A3B4F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5DEFA-ACBA-5A3A-288C-86AEFDF7E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6731-AFD6-2121-3112-DABDD0F73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6E1C4-225D-E24F-998F-A895FB905B3C}" type="datetimeFigureOut">
              <a:rPr lang="en-DE" smtClean="0"/>
              <a:t>13.10.23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45A67-559A-F98E-8871-5DF1B50DF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9B54C-81B3-78C8-11AA-32D889B4E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9E679-A96A-744B-A1F3-739E95A72BB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80388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242C6C7-1D08-BA11-C4D3-6D9B35CEDE64}"/>
              </a:ext>
            </a:extLst>
          </p:cNvPr>
          <p:cNvGrpSpPr/>
          <p:nvPr/>
        </p:nvGrpSpPr>
        <p:grpSpPr>
          <a:xfrm>
            <a:off x="1768804" y="680450"/>
            <a:ext cx="9044641" cy="5039852"/>
            <a:chOff x="2693530" y="636414"/>
            <a:chExt cx="7660174" cy="394639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14CE1B95-6201-BF45-B7F9-B640B99E1943}"/>
                </a:ext>
              </a:extLst>
            </p:cNvPr>
            <p:cNvSpPr/>
            <p:nvPr/>
          </p:nvSpPr>
          <p:spPr>
            <a:xfrm>
              <a:off x="4611067" y="636414"/>
              <a:ext cx="3478846" cy="2791326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DE" dirty="0">
                  <a:latin typeface="BKM-cmtt12" panose="020B0501010101010101" pitchFamily="34" charset="2"/>
                </a:rPr>
                <a:t>Agent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ounded Rectangle 4">
                  <a:extLst>
                    <a:ext uri="{FF2B5EF4-FFF2-40B4-BE49-F238E27FC236}">
                      <a16:creationId xmlns:a16="http://schemas.microsoft.com/office/drawing/2014/main" id="{7B1C03DF-B3BD-0F4E-84AA-C4E7C5C5A9F7}"/>
                    </a:ext>
                  </a:extLst>
                </p:cNvPr>
                <p:cNvSpPr/>
                <p:nvPr/>
              </p:nvSpPr>
              <p:spPr>
                <a:xfrm>
                  <a:off x="5608890" y="1266067"/>
                  <a:ext cx="1483200" cy="577515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DE" dirty="0">
                      <a:latin typeface="BKM-cmtt12" panose="020B0501010101010101" pitchFamily="34" charset="2"/>
                    </a:rPr>
                    <a:t>Policy</a:t>
                  </a:r>
                  <a:r>
                    <a:rPr lang="en-DE" dirty="0"/>
                    <a:t> </a:t>
                  </a:r>
                  <a14:m>
                    <m:oMath xmlns:m="http://schemas.openxmlformats.org/officeDocument/2006/math">
                      <m:r>
                        <a:rPr lang="en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a14:m>
                  <a:endParaRPr lang="en-DE" dirty="0"/>
                </a:p>
              </p:txBody>
            </p:sp>
          </mc:Choice>
          <mc:Fallback xmlns="">
            <p:sp>
              <p:nvSpPr>
                <p:cNvPr id="5" name="Rounded Rectangle 4">
                  <a:extLst>
                    <a:ext uri="{FF2B5EF4-FFF2-40B4-BE49-F238E27FC236}">
                      <a16:creationId xmlns:a16="http://schemas.microsoft.com/office/drawing/2014/main" id="{7B1C03DF-B3BD-0F4E-84AA-C4E7C5C5A9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8890" y="1266067"/>
                  <a:ext cx="1483200" cy="577515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F8A7403-F7E6-CC48-95A8-8C2311B203BB}"/>
                </a:ext>
              </a:extLst>
            </p:cNvPr>
            <p:cNvSpPr/>
            <p:nvPr/>
          </p:nvSpPr>
          <p:spPr>
            <a:xfrm>
              <a:off x="5608890" y="2483262"/>
              <a:ext cx="1483895" cy="577515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DE" dirty="0">
                  <a:latin typeface="BKM-cmtt12" panose="020B0501010101010101" pitchFamily="34" charset="2"/>
                </a:rPr>
                <a:t>RL Algorithm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994E9CD-C0B2-0E46-82B9-4E7BE6009764}"/>
                </a:ext>
              </a:extLst>
            </p:cNvPr>
            <p:cNvCxnSpPr>
              <a:stCxn id="6" idx="0"/>
              <a:endCxn id="5" idx="2"/>
            </p:cNvCxnSpPr>
            <p:nvPr/>
          </p:nvCxnSpPr>
          <p:spPr>
            <a:xfrm flipH="1" flipV="1">
              <a:off x="6350490" y="1843582"/>
              <a:ext cx="348" cy="63968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3440869-735D-584C-9B74-B2A2085C7529}"/>
                </a:ext>
              </a:extLst>
            </p:cNvPr>
            <p:cNvSpPr txBox="1"/>
            <p:nvPr/>
          </p:nvSpPr>
          <p:spPr>
            <a:xfrm>
              <a:off x="6350142" y="1848233"/>
              <a:ext cx="9304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dirty="0">
                  <a:latin typeface="BKM-cmtt12" panose="020B0501010101010101" pitchFamily="34" charset="2"/>
                </a:rPr>
                <a:t>Policy Update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C02FB6D-7E44-2E41-A0C3-5C533241419F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7092090" y="1551156"/>
              <a:ext cx="997823" cy="3669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AEE7703-C20B-6E4E-99AA-FBECC87808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49939" y="1518232"/>
              <a:ext cx="66926" cy="64800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DEBFA68-5F38-514D-8914-EC9DD5EB3361}"/>
                </a:ext>
              </a:extLst>
            </p:cNvPr>
            <p:cNvCxnSpPr>
              <a:stCxn id="14" idx="4"/>
            </p:cNvCxnSpPr>
            <p:nvPr/>
          </p:nvCxnSpPr>
          <p:spPr>
            <a:xfrm rot="5400000">
              <a:off x="6835316" y="1839808"/>
              <a:ext cx="1204862" cy="691311"/>
            </a:xfrm>
            <a:prstGeom prst="bentConnector3">
              <a:avLst>
                <a:gd name="adj1" fmla="val 100020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87B06D59-F7F1-F84C-927F-575760FB292D}"/>
                </a:ext>
              </a:extLst>
            </p:cNvPr>
            <p:cNvSpPr/>
            <p:nvPr/>
          </p:nvSpPr>
          <p:spPr>
            <a:xfrm>
              <a:off x="5346393" y="4078747"/>
              <a:ext cx="2008194" cy="504063"/>
            </a:xfrm>
            <a:prstGeom prst="round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DE" dirty="0">
                  <a:latin typeface="BKM-cmtt12" panose="020B0501010101010101" pitchFamily="34" charset="2"/>
                </a:rPr>
                <a:t>Environment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A575D97-5121-8C4D-9A45-0C203500BEE3}"/>
                </a:ext>
              </a:extLst>
            </p:cNvPr>
            <p:cNvCxnSpPr>
              <a:cxnSpLocks/>
              <a:endCxn id="22" idx="3"/>
            </p:cNvCxnSpPr>
            <p:nvPr/>
          </p:nvCxnSpPr>
          <p:spPr>
            <a:xfrm rot="5400000">
              <a:off x="6861146" y="2040927"/>
              <a:ext cx="2783293" cy="1796410"/>
            </a:xfrm>
            <a:prstGeom prst="bentConnector2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624B22-DE26-A042-A8FD-3950D720AD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9913" y="1551155"/>
              <a:ext cx="1061084" cy="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363B839-10A3-7B43-8670-133E55F0D08E}"/>
                    </a:ext>
                  </a:extLst>
                </p:cNvPr>
                <p:cNvSpPr txBox="1"/>
                <p:nvPr/>
              </p:nvSpPr>
              <p:spPr>
                <a:xfrm>
                  <a:off x="9122661" y="1567672"/>
                  <a:ext cx="12310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DE" dirty="0">
                      <a:latin typeface="BKM-cmtt12" panose="020B0501010101010101" pitchFamily="34" charset="2"/>
                    </a:rPr>
                    <a:t>Action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DE" dirty="0">
                    <a:latin typeface="BKM-cmtt12" panose="020B0501010101010101" pitchFamily="34" charset="2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363B839-10A3-7B43-8670-133E55F0D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2661" y="1567672"/>
                  <a:ext cx="1231043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448" t="-7895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CB837CD-D876-7E47-AF2F-272A32745F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50241" y="1521406"/>
              <a:ext cx="66926" cy="64800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95405E9-3A15-D340-B142-F5A423F4421D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4611067" y="1554825"/>
              <a:ext cx="997823" cy="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BBFAA62-07D5-3242-9DCF-84ABA2DDDED7}"/>
                </a:ext>
              </a:extLst>
            </p:cNvPr>
            <p:cNvCxnSpPr>
              <a:stCxn id="29" idx="4"/>
            </p:cNvCxnSpPr>
            <p:nvPr/>
          </p:nvCxnSpPr>
          <p:spPr>
            <a:xfrm rot="16200000" flipH="1">
              <a:off x="4643865" y="1826044"/>
              <a:ext cx="1204862" cy="725185"/>
            </a:xfrm>
            <a:prstGeom prst="bentConnector3">
              <a:avLst>
                <a:gd name="adj1" fmla="val 100020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8DB4A57-883C-8B4A-94F4-DF249A21AF4C}"/>
                </a:ext>
              </a:extLst>
            </p:cNvPr>
            <p:cNvCxnSpPr>
              <a:cxnSpLocks/>
            </p:cNvCxnSpPr>
            <p:nvPr/>
          </p:nvCxnSpPr>
          <p:spPr>
            <a:xfrm>
              <a:off x="3578318" y="1554330"/>
              <a:ext cx="1036800" cy="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C6B8B91-08D9-0A44-9FED-BF0463199919}"/>
                </a:ext>
              </a:extLst>
            </p:cNvPr>
            <p:cNvCxnSpPr>
              <a:cxnSpLocks/>
            </p:cNvCxnSpPr>
            <p:nvPr/>
          </p:nvCxnSpPr>
          <p:spPr>
            <a:xfrm>
              <a:off x="3578318" y="4319451"/>
              <a:ext cx="17676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6767187-1120-374F-A2CF-6078ADEE7BEA}"/>
                </a:ext>
              </a:extLst>
            </p:cNvPr>
            <p:cNvCxnSpPr>
              <a:cxnSpLocks/>
            </p:cNvCxnSpPr>
            <p:nvPr/>
          </p:nvCxnSpPr>
          <p:spPr>
            <a:xfrm>
              <a:off x="3578318" y="1555165"/>
              <a:ext cx="0" cy="276480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20D4D30-6B3D-C148-B038-E732687E48BA}"/>
                    </a:ext>
                  </a:extLst>
                </p:cNvPr>
                <p:cNvSpPr txBox="1"/>
                <p:nvPr/>
              </p:nvSpPr>
              <p:spPr>
                <a:xfrm>
                  <a:off x="2693530" y="1607737"/>
                  <a:ext cx="919713" cy="2892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DE" dirty="0">
                      <a:latin typeface="BKM-cmtt12" panose="020B0501010101010101" pitchFamily="34" charset="2"/>
                    </a:rPr>
                    <a:t>State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en-DE" dirty="0">
                    <a:latin typeface="BKM-cmtt12" panose="020B0501010101010101" pitchFamily="34" charset="2"/>
                  </a:endParaRPr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20D4D30-6B3D-C148-B038-E732687E48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3530" y="1607737"/>
                  <a:ext cx="919713" cy="289201"/>
                </a:xfrm>
                <a:prstGeom prst="rect">
                  <a:avLst/>
                </a:prstGeom>
                <a:blipFill>
                  <a:blip r:embed="rId5"/>
                  <a:stretch>
                    <a:fillRect l="-4651" t="-6667" b="-23333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CE096B7-8DFF-8940-AB4A-C293D84A1BFE}"/>
                </a:ext>
              </a:extLst>
            </p:cNvPr>
            <p:cNvCxnSpPr>
              <a:stCxn id="22" idx="0"/>
              <a:endCxn id="4" idx="2"/>
            </p:cNvCxnSpPr>
            <p:nvPr/>
          </p:nvCxnSpPr>
          <p:spPr>
            <a:xfrm flipV="1">
              <a:off x="6350490" y="3427740"/>
              <a:ext cx="0" cy="651007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D4BF8E5-B79A-6143-B0E8-3AAA41505B77}"/>
                </a:ext>
              </a:extLst>
            </p:cNvPr>
            <p:cNvCxnSpPr>
              <a:stCxn id="4" idx="2"/>
            </p:cNvCxnSpPr>
            <p:nvPr/>
          </p:nvCxnSpPr>
          <p:spPr>
            <a:xfrm flipV="1">
              <a:off x="6350490" y="3060777"/>
              <a:ext cx="0" cy="366963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B41E694-D346-3048-BBFC-E426657607F3}"/>
                    </a:ext>
                  </a:extLst>
                </p:cNvPr>
                <p:cNvSpPr txBox="1"/>
                <p:nvPr/>
              </p:nvSpPr>
              <p:spPr>
                <a:xfrm>
                  <a:off x="6309452" y="3562571"/>
                  <a:ext cx="1190805" cy="2892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DE" dirty="0">
                      <a:latin typeface="BKM-cmtt12" panose="020B0501010101010101" pitchFamily="34" charset="2"/>
                    </a:rPr>
                    <a:t>Reward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endParaRPr lang="en-DE" dirty="0">
                    <a:latin typeface="BKM-cmtt12" panose="020B0501010101010101" pitchFamily="34" charset="2"/>
                  </a:endParaRP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B41E694-D346-3048-BBFC-E426657607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452" y="3562571"/>
                  <a:ext cx="1190805" cy="289201"/>
                </a:xfrm>
                <a:prstGeom prst="rect">
                  <a:avLst/>
                </a:prstGeom>
                <a:blipFill>
                  <a:blip r:embed="rId6"/>
                  <a:stretch>
                    <a:fillRect l="-3571" t="-10345" b="-24138"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59423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26</Words>
  <Application>Microsoft Macintosh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BKM-cmtt12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Kristina Lietz</dc:creator>
  <cp:lastModifiedBy>Kristina Lietz</cp:lastModifiedBy>
  <cp:revision>4</cp:revision>
  <dcterms:created xsi:type="dcterms:W3CDTF">2023-06-16T19:28:57Z</dcterms:created>
  <dcterms:modified xsi:type="dcterms:W3CDTF">2023-10-13T08:22:27Z</dcterms:modified>
</cp:coreProperties>
</file>