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719"/>
  </p:normalViewPr>
  <p:slideViewPr>
    <p:cSldViewPr snapToGrid="0">
      <p:cViewPr>
        <p:scale>
          <a:sx n="91" d="100"/>
          <a:sy n="91" d="100"/>
        </p:scale>
        <p:origin x="2176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C16E2E-7B19-E643-BECD-C63E5BB20787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966991-8BF4-1F4F-A05C-46E4B7CAC21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95265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DE" b="1" dirty="0"/>
              <a:t>Goal</a:t>
            </a:r>
            <a:r>
              <a:rPr lang="en-DE" b="0" dirty="0"/>
              <a:t>: Agent optimizes its actions to maximize the overall reward </a:t>
            </a:r>
            <a:endParaRPr lang="en-DE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0D9132-D431-D34B-BF77-C153F148EFA1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62912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68BF-311C-6BB9-F50C-3AE450DB4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4EFC2-F80A-387D-4DBE-BA09EE9BC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8FA1B-38D7-847F-4255-2E1EB3C6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D5496-4A2E-2348-6AB3-85211297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48B1A-5CC8-C116-630A-2232F9C07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72538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1FCD-7EB0-EDDB-AF3C-E3DC17494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4CD02-1144-7EC6-E991-F0D145199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DC7C13-DF52-9741-BFEF-4731F53B0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963EB-7155-8352-1047-F0E53566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7DB8EC-3061-FFF1-05B4-9032FFF91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6384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1740A-5BDF-3583-05F6-8BD1198D8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066C7-1CD6-CF57-785E-4903234B7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69CC8-B01B-7AF6-6A37-D92741160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DCA09-48B7-94B3-5943-F110E5168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B864D-8984-76DA-FBD6-1A117F84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786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08DA7-B643-A96A-4836-A9C6FAC9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B6AF7-295A-6358-99BF-705983F18B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95AF1C-92C9-9D65-AD00-55DD7BE8EA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DF65AE-3DD5-B7CC-A224-81628D2BF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99070-EC48-7BA5-E323-45C09AA3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D5FD3-8E7E-7B5B-E143-2ADBBD12C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9986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7374C-3212-6EDB-41FD-636D490EA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8E22E-3C5C-B9C1-679F-FF8CBCB7A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3CCEDD-BC75-98D9-9D5D-3190923B60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F5D776-2552-3E18-3629-36A609DE94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CAEF9F-B199-617E-F864-2629F06AB5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B6B31F-8AE7-7304-085A-5A6C71BB5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342BE4-8A0E-386E-2334-95A6FE6A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D8E4CD-769C-1C18-E83D-4F025DE8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09957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1A075-6EB8-1925-1622-930E1AC30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062F57-4F2B-CEFA-4C58-7E1A229DC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50625F-6920-8A5F-976B-231B29745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1B524-D4F8-D465-5814-A5D033EEF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35110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39851F-B129-5A79-CDE1-2E876880D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8D5E3-F5EB-B07A-3716-2CF29528F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0B597-77B2-C9EA-EDFF-9DF2980CB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90548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4E802-2665-3C28-B2D6-CEF989F21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0C2C4-13F6-9A7F-885B-4E321800EE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5EC82-08F0-7E3F-7E61-6A93159D2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B9854F-9BD1-1069-8ACA-09D353A8F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109D92-B129-47B7-8342-7C7754D36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1BAF8E-0531-C7E0-6708-3E7335FE6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86413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CFB8B-7FC1-F26E-C0C6-D4AEB49AF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403E86-6C42-A2C0-9A0E-F242602524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D731D-D083-BF1A-3720-324D0F1BA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684596-5883-83A0-9194-EA82E4A45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A2F796-1E3A-8952-74A7-723CD8577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EE571-AC08-5F9C-6CFE-7AEE4B36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33568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CEFF3-BBF6-E48D-D1B5-AA21E74CF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3AE962-1738-207E-B36D-E4C213592F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8475C6-B41E-6592-1572-46DDCC4AD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E8AB4-2E90-890A-7AA9-2C4687CA9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AF9479-6A2D-FBF8-3BA8-022F9E780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5494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BCFD9E-7B81-849E-052A-65EA2BAE1B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5FD6D9-6402-1B11-ADBE-5E5F714AF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B9EAB-18D0-15EF-2434-7CBC681CA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02E2B-ECF1-84F9-6561-071B9DAFD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5E5F4-F3D4-9844-2E06-7B3371C63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4619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03E426-0217-9F70-3C03-ED86A3B4F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5DEFA-ACBA-5A3A-288C-86AEFDF7E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C6731-AFD6-2121-3112-DABDD0F736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06E1C4-225D-E24F-998F-A895FB905B3C}" type="datetimeFigureOut">
              <a:rPr lang="en-DE" smtClean="0"/>
              <a:t>16.06.23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945A67-559A-F98E-8871-5DF1B50DF9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9B54C-81B3-78C8-11AA-32D889B4E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80388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3242C6C7-1D08-BA11-C4D3-6D9B35CEDE64}"/>
              </a:ext>
            </a:extLst>
          </p:cNvPr>
          <p:cNvGrpSpPr/>
          <p:nvPr/>
        </p:nvGrpSpPr>
        <p:grpSpPr>
          <a:xfrm>
            <a:off x="703305" y="680450"/>
            <a:ext cx="10110141" cy="5497100"/>
            <a:chOff x="1791127" y="636414"/>
            <a:chExt cx="8562577" cy="430443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14CE1B95-6201-BF45-B7F9-B640B99E1943}"/>
                </a:ext>
              </a:extLst>
            </p:cNvPr>
            <p:cNvSpPr/>
            <p:nvPr/>
          </p:nvSpPr>
          <p:spPr>
            <a:xfrm>
              <a:off x="4611067" y="636414"/>
              <a:ext cx="3478846" cy="2791326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DE" dirty="0">
                  <a:latin typeface="BKM-cmtt12" panose="020B0501010101010101" pitchFamily="34" charset="2"/>
                </a:rPr>
                <a:t>Agent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7B1C03DF-B3BD-0F4E-84AA-C4E7C5C5A9F7}"/>
                    </a:ext>
                  </a:extLst>
                </p:cNvPr>
                <p:cNvSpPr/>
                <p:nvPr/>
              </p:nvSpPr>
              <p:spPr>
                <a:xfrm>
                  <a:off x="5608890" y="1266067"/>
                  <a:ext cx="1483200" cy="577515"/>
                </a:xfrm>
                <a:prstGeom prst="roundRect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DE" dirty="0">
                      <a:latin typeface="BKM-cmtt12" panose="020B0501010101010101" pitchFamily="34" charset="2"/>
                    </a:rPr>
                    <a:t>Policy</a:t>
                  </a:r>
                  <a:r>
                    <a:rPr lang="en-DE" dirty="0"/>
                    <a:t> </a:t>
                  </a:r>
                  <a14:m>
                    <m:oMath xmlns:m="http://schemas.openxmlformats.org/officeDocument/2006/math">
                      <m:r>
                        <a:rPr lang="en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DE" dirty="0"/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7B1C03DF-B3BD-0F4E-84AA-C4E7C5C5A9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8890" y="1266067"/>
                  <a:ext cx="1483200" cy="57751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F8A7403-F7E6-CC48-95A8-8C2311B203BB}"/>
                </a:ext>
              </a:extLst>
            </p:cNvPr>
            <p:cNvSpPr/>
            <p:nvPr/>
          </p:nvSpPr>
          <p:spPr>
            <a:xfrm>
              <a:off x="5608890" y="2483262"/>
              <a:ext cx="1483895" cy="577515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DE" dirty="0">
                  <a:latin typeface="BKM-cmtt12" panose="020B0501010101010101" pitchFamily="34" charset="2"/>
                </a:rPr>
                <a:t>RL Algorithm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994E9CD-C0B2-0E46-82B9-4E7BE6009764}"/>
                </a:ext>
              </a:extLst>
            </p:cNvPr>
            <p:cNvCxnSpPr>
              <a:stCxn id="6" idx="0"/>
              <a:endCxn id="5" idx="2"/>
            </p:cNvCxnSpPr>
            <p:nvPr/>
          </p:nvCxnSpPr>
          <p:spPr>
            <a:xfrm flipH="1" flipV="1">
              <a:off x="6350490" y="1843582"/>
              <a:ext cx="348" cy="63968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3440869-735D-584C-9B74-B2A2085C7529}"/>
                </a:ext>
              </a:extLst>
            </p:cNvPr>
            <p:cNvSpPr txBox="1"/>
            <p:nvPr/>
          </p:nvSpPr>
          <p:spPr>
            <a:xfrm>
              <a:off x="6350142" y="1848233"/>
              <a:ext cx="9304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E" dirty="0">
                  <a:latin typeface="BKM-cmtt12" panose="020B0501010101010101" pitchFamily="34" charset="2"/>
                </a:rPr>
                <a:t>Policy Update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C02FB6D-7E44-2E41-A0C3-5C533241419F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7092090" y="1551156"/>
              <a:ext cx="997823" cy="3669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EE7703-C20B-6E4E-99AA-FBECC87808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49939" y="1518232"/>
              <a:ext cx="66926" cy="64800"/>
            </a:xfrm>
            <a:prstGeom prst="ellipse">
              <a:avLst/>
            </a:prstGeom>
            <a:ln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DEBFA68-5F38-514D-8914-EC9DD5EB3361}"/>
                </a:ext>
              </a:extLst>
            </p:cNvPr>
            <p:cNvCxnSpPr>
              <a:stCxn id="14" idx="4"/>
            </p:cNvCxnSpPr>
            <p:nvPr/>
          </p:nvCxnSpPr>
          <p:spPr>
            <a:xfrm rot="5400000">
              <a:off x="6835316" y="1839808"/>
              <a:ext cx="1204862" cy="691311"/>
            </a:xfrm>
            <a:prstGeom prst="bentConnector3">
              <a:avLst>
                <a:gd name="adj1" fmla="val 100020"/>
              </a:avLst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7B06D59-F7F1-F84C-927F-575760FB292D}"/>
                </a:ext>
              </a:extLst>
            </p:cNvPr>
            <p:cNvSpPr/>
            <p:nvPr/>
          </p:nvSpPr>
          <p:spPr>
            <a:xfrm>
              <a:off x="5346393" y="4078747"/>
              <a:ext cx="2008194" cy="504063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DE" dirty="0">
                  <a:latin typeface="BKM-cmtt12" panose="020B0501010101010101" pitchFamily="34" charset="2"/>
                </a:rPr>
                <a:t>Environment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A575D97-5121-8C4D-9A45-0C203500BEE3}"/>
                </a:ext>
              </a:extLst>
            </p:cNvPr>
            <p:cNvCxnSpPr>
              <a:cxnSpLocks/>
              <a:endCxn id="22" idx="3"/>
            </p:cNvCxnSpPr>
            <p:nvPr/>
          </p:nvCxnSpPr>
          <p:spPr>
            <a:xfrm rot="5400000">
              <a:off x="6861146" y="2040927"/>
              <a:ext cx="2783293" cy="1796410"/>
            </a:xfrm>
            <a:prstGeom prst="bentConnector2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624B22-DE26-A042-A8FD-3950D720AD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89913" y="1551155"/>
              <a:ext cx="1061084" cy="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A363B839-10A3-7B43-8670-133E55F0D08E}"/>
                    </a:ext>
                  </a:extLst>
                </p:cNvPr>
                <p:cNvSpPr txBox="1"/>
                <p:nvPr/>
              </p:nvSpPr>
              <p:spPr>
                <a:xfrm>
                  <a:off x="9122661" y="1567672"/>
                  <a:ext cx="12310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DE" dirty="0">
                      <a:latin typeface="BKM-cmtt12" panose="020B0501010101010101" pitchFamily="34" charset="2"/>
                    </a:rPr>
                    <a:t>Action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DE" dirty="0">
                    <a:latin typeface="BKM-cmtt12" panose="020B0501010101010101" pitchFamily="34" charset="2"/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A363B839-10A3-7B43-8670-133E55F0D0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661" y="1567672"/>
                  <a:ext cx="123104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448" t="-7895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CB837CD-D876-7E47-AF2F-272A32745F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0241" y="1521406"/>
              <a:ext cx="66926" cy="64800"/>
            </a:xfrm>
            <a:prstGeom prst="ellipse">
              <a:avLst/>
            </a:prstGeom>
            <a:ln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95405E9-3A15-D340-B142-F5A423F4421D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4611067" y="1554825"/>
              <a:ext cx="997823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BBFAA62-07D5-3242-9DCF-84ABA2DDDED7}"/>
                </a:ext>
              </a:extLst>
            </p:cNvPr>
            <p:cNvCxnSpPr>
              <a:stCxn id="29" idx="4"/>
            </p:cNvCxnSpPr>
            <p:nvPr/>
          </p:nvCxnSpPr>
          <p:spPr>
            <a:xfrm rot="16200000" flipH="1">
              <a:off x="4643865" y="1826044"/>
              <a:ext cx="1204862" cy="725185"/>
            </a:xfrm>
            <a:prstGeom prst="bentConnector3">
              <a:avLst>
                <a:gd name="adj1" fmla="val 100020"/>
              </a:avLst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98DB4A57-883C-8B4A-94F4-DF249A21AF4C}"/>
                </a:ext>
              </a:extLst>
            </p:cNvPr>
            <p:cNvCxnSpPr>
              <a:cxnSpLocks/>
            </p:cNvCxnSpPr>
            <p:nvPr/>
          </p:nvCxnSpPr>
          <p:spPr>
            <a:xfrm>
              <a:off x="3578318" y="1554330"/>
              <a:ext cx="1036800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C6B8B91-08D9-0A44-9FED-BF0463199919}"/>
                </a:ext>
              </a:extLst>
            </p:cNvPr>
            <p:cNvCxnSpPr>
              <a:cxnSpLocks/>
            </p:cNvCxnSpPr>
            <p:nvPr/>
          </p:nvCxnSpPr>
          <p:spPr>
            <a:xfrm>
              <a:off x="3578318" y="4319451"/>
              <a:ext cx="17676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66767187-1120-374F-A2CF-6078ADEE7BEA}"/>
                </a:ext>
              </a:extLst>
            </p:cNvPr>
            <p:cNvCxnSpPr>
              <a:cxnSpLocks/>
            </p:cNvCxnSpPr>
            <p:nvPr/>
          </p:nvCxnSpPr>
          <p:spPr>
            <a:xfrm>
              <a:off x="3578318" y="1555165"/>
              <a:ext cx="0" cy="276480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C20D4D30-6B3D-C148-B038-E732687E48BA}"/>
                    </a:ext>
                  </a:extLst>
                </p:cNvPr>
                <p:cNvSpPr txBox="1"/>
                <p:nvPr/>
              </p:nvSpPr>
              <p:spPr>
                <a:xfrm>
                  <a:off x="1791127" y="1551155"/>
                  <a:ext cx="181203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DE" dirty="0">
                      <a:latin typeface="BKM-cmtt12" panose="020B0501010101010101" pitchFamily="34" charset="2"/>
                    </a:rPr>
                    <a:t>Observation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DE" dirty="0">
                    <a:latin typeface="BKM-cmtt12" panose="020B0501010101010101" pitchFamily="34" charset="2"/>
                  </a:endParaRPr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C20D4D30-6B3D-C148-B038-E732687E48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127" y="1551155"/>
                  <a:ext cx="1812035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367" t="-5263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ECE096B7-8DFF-8940-AB4A-C293D84A1BFE}"/>
                </a:ext>
              </a:extLst>
            </p:cNvPr>
            <p:cNvCxnSpPr>
              <a:stCxn id="22" idx="0"/>
              <a:endCxn id="4" idx="2"/>
            </p:cNvCxnSpPr>
            <p:nvPr/>
          </p:nvCxnSpPr>
          <p:spPr>
            <a:xfrm flipV="1">
              <a:off x="6350490" y="3427740"/>
              <a:ext cx="0" cy="651007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0D4BF8E5-B79A-6143-B0E8-3AAA41505B77}"/>
                </a:ext>
              </a:extLst>
            </p:cNvPr>
            <p:cNvCxnSpPr>
              <a:stCxn id="4" idx="2"/>
            </p:cNvCxnSpPr>
            <p:nvPr/>
          </p:nvCxnSpPr>
          <p:spPr>
            <a:xfrm flipV="1">
              <a:off x="6350490" y="3060777"/>
              <a:ext cx="0" cy="366963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41E694-D346-3048-BBFC-E426657607F3}"/>
                    </a:ext>
                  </a:extLst>
                </p:cNvPr>
                <p:cNvSpPr txBox="1"/>
                <p:nvPr/>
              </p:nvSpPr>
              <p:spPr>
                <a:xfrm>
                  <a:off x="6309452" y="3562571"/>
                  <a:ext cx="118641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DE" dirty="0">
                      <a:latin typeface="BKM-cmtt12" panose="020B0501010101010101" pitchFamily="34" charset="2"/>
                    </a:rPr>
                    <a:t>Reward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DE" dirty="0">
                    <a:latin typeface="BKM-cmtt12" panose="020B0501010101010101" pitchFamily="34" charset="2"/>
                  </a:endParaRPr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41E694-D346-3048-BBFC-E4266576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9452" y="3562571"/>
                  <a:ext cx="1186415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604" t="-8108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DFDFB8DA-AB6B-4848-BE08-AE84CF85A54B}"/>
                    </a:ext>
                  </a:extLst>
                </p:cNvPr>
                <p:cNvSpPr txBox="1"/>
                <p:nvPr/>
              </p:nvSpPr>
              <p:spPr>
                <a:xfrm>
                  <a:off x="5892832" y="4571521"/>
                  <a:ext cx="1085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DE" dirty="0">
                      <a:latin typeface="BKM-cmtt12" panose="020B0501010101010101" pitchFamily="34" charset="2"/>
                    </a:rPr>
                    <a:t>State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DE" dirty="0">
                    <a:latin typeface="BKM-cmtt12" panose="020B0501010101010101" pitchFamily="34" charset="2"/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DFDFB8DA-AB6B-4848-BE08-AE84CF85A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2832" y="4571521"/>
                  <a:ext cx="108593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922" t="-5263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59423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28</Words>
  <Application>Microsoft Macintosh PowerPoint</Application>
  <PresentationFormat>Widescreen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BKM-cmtt12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Kristina Lietz</dc:creator>
  <cp:lastModifiedBy>Kristina Lietz</cp:lastModifiedBy>
  <cp:revision>3</cp:revision>
  <dcterms:created xsi:type="dcterms:W3CDTF">2023-06-16T19:28:57Z</dcterms:created>
  <dcterms:modified xsi:type="dcterms:W3CDTF">2023-06-16T19:40:41Z</dcterms:modified>
</cp:coreProperties>
</file>