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719"/>
  </p:normalViewPr>
  <p:slideViewPr>
    <p:cSldViewPr snapToGrid="0">
      <p:cViewPr>
        <p:scale>
          <a:sx n="171" d="100"/>
          <a:sy n="171" d="100"/>
        </p:scale>
        <p:origin x="-1048" y="-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16E2E-7B19-E643-BECD-C63E5BB20787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66991-8BF4-1F4F-A05C-46E4B7CAC21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526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DE" b="1" dirty="0"/>
              <a:t>Goal</a:t>
            </a:r>
            <a:r>
              <a:rPr lang="en-DE" b="0" dirty="0"/>
              <a:t>: Agent optimizes its actions to maximize the overall reward </a:t>
            </a:r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0D9132-D431-D34B-BF77-C153F148EFA1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291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8BF-311C-6BB9-F50C-3AE450DB4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4EFC2-F80A-387D-4DBE-BA09EE9BC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8FA1B-38D7-847F-4255-2E1EB3C6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D5496-4A2E-2348-6AB3-85211297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48B1A-5CC8-C116-630A-2232F9C07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2538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1FCD-7EB0-EDDB-AF3C-E3DC1749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4CD02-1144-7EC6-E991-F0D14519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C7C13-DF52-9741-BFEF-4731F53B0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963EB-7155-8352-1047-F0E53566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DB8EC-3061-FFF1-05B4-9032FFF9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384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1740A-5BDF-3583-05F6-8BD1198D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066C7-1CD6-CF57-785E-4903234B7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69CC8-B01B-7AF6-6A37-D92741160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DCA09-48B7-94B3-5943-F110E51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B864D-8984-76DA-FBD6-1A117F84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786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08DA7-B643-A96A-4836-A9C6FAC9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6AF7-295A-6358-99BF-705983F18B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5AF1C-92C9-9D65-AD00-55DD7BE8E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DF65AE-3DD5-B7CC-A224-81628D2BF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99070-EC48-7BA5-E323-45C09AA3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D5FD3-8E7E-7B5B-E143-2ADBBD12C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8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374C-3212-6EDB-41FD-636D490E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8E22E-3C5C-B9C1-679F-FF8CBCB7A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CCEDD-BC75-98D9-9D5D-3190923B6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F5D776-2552-3E18-3629-36A609DE9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CAEF9F-B199-617E-F864-2629F06AB5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B6B31F-8AE7-7304-085A-5A6C71BB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42BE4-8A0E-386E-2334-95A6FE6A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D8E4CD-769C-1C18-E83D-4F025DE8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9957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1A075-6EB8-1925-1622-930E1AC30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062F57-4F2B-CEFA-4C58-7E1A229D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50625F-6920-8A5F-976B-231B2974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B524-D4F8-D465-5814-A5D033EEF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5110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39851F-B129-5A79-CDE1-2E876880D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8D5E3-F5EB-B07A-3716-2CF29528F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B597-77B2-C9EA-EDFF-9DF2980C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548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E802-2665-3C28-B2D6-CEF989F21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0C2C4-13F6-9A7F-885B-4E321800E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5EC82-08F0-7E3F-7E61-6A93159D2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B9854F-9BD1-1069-8ACA-09D353A8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09D92-B129-47B7-8342-7C7754D3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BAF8E-0531-C7E0-6708-3E7335FE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6413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CFB8B-7FC1-F26E-C0C6-D4AEB49A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403E86-6C42-A2C0-9A0E-F242602524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D731D-D083-BF1A-3720-324D0F1BA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684596-5883-83A0-9194-EA82E4A4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2F796-1E3A-8952-74A7-723CD8577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EE571-AC08-5F9C-6CFE-7AEE4B36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356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CEFF3-BBF6-E48D-D1B5-AA21E74C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3AE962-1738-207E-B36D-E4C213592F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475C6-B41E-6592-1572-46DDCC4A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E8AB4-2E90-890A-7AA9-2C4687CA9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AF9479-6A2D-FBF8-3BA8-022F9E780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494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BCFD9E-7B81-849E-052A-65EA2BAE1B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FD6D9-6402-1B11-ADBE-5E5F714AF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B9EAB-18D0-15EF-2434-7CBC681C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02E2B-ECF1-84F9-6561-071B9DAFD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5E5F4-F3D4-9844-2E06-7B3371C63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461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3E426-0217-9F70-3C03-ED86A3B4F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5DEFA-ACBA-5A3A-288C-86AEFDF7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C6731-AFD6-2121-3112-DABDD0F73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45A67-559A-F98E-8871-5DF1B50DF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9B54C-81B3-78C8-11AA-32D889B4E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038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4CE1B95-6201-BF45-B7F9-B640B99E1943}"/>
              </a:ext>
            </a:extLst>
          </p:cNvPr>
          <p:cNvSpPr/>
          <p:nvPr/>
        </p:nvSpPr>
        <p:spPr>
          <a:xfrm>
            <a:off x="4611067" y="636414"/>
            <a:ext cx="3478846" cy="279132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DE" dirty="0"/>
              <a:t>Agent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/>
              <p:nvPr/>
            </p:nvSpPr>
            <p:spPr>
              <a:xfrm>
                <a:off x="5608890" y="1266067"/>
                <a:ext cx="1483200" cy="577515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DE" dirty="0"/>
                  <a:t>Policy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890" y="1266067"/>
                <a:ext cx="1483200" cy="5775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8A7403-F7E6-CC48-95A8-8C2311B203BB}"/>
              </a:ext>
            </a:extLst>
          </p:cNvPr>
          <p:cNvSpPr/>
          <p:nvPr/>
        </p:nvSpPr>
        <p:spPr>
          <a:xfrm>
            <a:off x="5608890" y="2483262"/>
            <a:ext cx="1483895" cy="5775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/>
              <a:t>RL Algorithm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94E9CD-C0B2-0E46-82B9-4E7BE6009764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H="1" flipV="1">
            <a:off x="6350490" y="1843582"/>
            <a:ext cx="348" cy="639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3440869-735D-584C-9B74-B2A2085C7529}"/>
              </a:ext>
            </a:extLst>
          </p:cNvPr>
          <p:cNvSpPr txBox="1"/>
          <p:nvPr/>
        </p:nvSpPr>
        <p:spPr>
          <a:xfrm>
            <a:off x="6306435" y="1848277"/>
            <a:ext cx="930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Policy Update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02FB6D-7E44-2E41-A0C3-5C533241419F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7092090" y="1551156"/>
            <a:ext cx="997823" cy="3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AEE7703-C20B-6E4E-99AA-FBECC878083C}"/>
              </a:ext>
            </a:extLst>
          </p:cNvPr>
          <p:cNvSpPr/>
          <p:nvPr/>
        </p:nvSpPr>
        <p:spPr>
          <a:xfrm>
            <a:off x="7749939" y="1502357"/>
            <a:ext cx="100800" cy="97598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DEBFA68-5F38-514D-8914-EC9DD5EB3361}"/>
              </a:ext>
            </a:extLst>
          </p:cNvPr>
          <p:cNvCxnSpPr>
            <a:stCxn id="14" idx="4"/>
          </p:cNvCxnSpPr>
          <p:nvPr/>
        </p:nvCxnSpPr>
        <p:spPr>
          <a:xfrm rot="5400000">
            <a:off x="6860183" y="1831863"/>
            <a:ext cx="1172064" cy="708248"/>
          </a:xfrm>
          <a:prstGeom prst="bentConnector3">
            <a:avLst>
              <a:gd name="adj1" fmla="val 999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7B06D59-F7F1-F84C-927F-575760FB292D}"/>
              </a:ext>
            </a:extLst>
          </p:cNvPr>
          <p:cNvSpPr/>
          <p:nvPr/>
        </p:nvSpPr>
        <p:spPr>
          <a:xfrm>
            <a:off x="5346393" y="4078747"/>
            <a:ext cx="2008194" cy="504063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/>
              <a:t>Environment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575D97-5121-8C4D-9A45-0C203500BEE3}"/>
              </a:ext>
            </a:extLst>
          </p:cNvPr>
          <p:cNvCxnSpPr>
            <a:cxnSpLocks/>
            <a:endCxn id="22" idx="3"/>
          </p:cNvCxnSpPr>
          <p:nvPr/>
        </p:nvCxnSpPr>
        <p:spPr>
          <a:xfrm rot="5400000">
            <a:off x="6868644" y="2048426"/>
            <a:ext cx="2768296" cy="1796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624B22-DE26-A042-A8FD-3950D720AD72}"/>
              </a:ext>
            </a:extLst>
          </p:cNvPr>
          <p:cNvCxnSpPr/>
          <p:nvPr/>
        </p:nvCxnSpPr>
        <p:spPr>
          <a:xfrm>
            <a:off x="8089913" y="1551156"/>
            <a:ext cx="10373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/>
              <p:nvPr/>
            </p:nvSpPr>
            <p:spPr>
              <a:xfrm>
                <a:off x="9087430" y="1551155"/>
                <a:ext cx="10579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/>
                  <a:t>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7430" y="1551155"/>
                <a:ext cx="1057918" cy="369332"/>
              </a:xfrm>
              <a:prstGeom prst="rect">
                <a:avLst/>
              </a:prstGeom>
              <a:blipFill>
                <a:blip r:embed="rId4"/>
                <a:stretch>
                  <a:fillRect l="-4762" t="-3226" b="-2258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DCB837CD-D876-7E47-AF2F-272A32745FCC}"/>
              </a:ext>
            </a:extLst>
          </p:cNvPr>
          <p:cNvSpPr/>
          <p:nvPr/>
        </p:nvSpPr>
        <p:spPr>
          <a:xfrm>
            <a:off x="4850241" y="1502356"/>
            <a:ext cx="100800" cy="97598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95405E9-3A15-D340-B142-F5A423F4421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611067" y="1554825"/>
            <a:ext cx="9978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BBFAA62-07D5-3242-9DCF-84ABA2DDDED7}"/>
              </a:ext>
            </a:extLst>
          </p:cNvPr>
          <p:cNvCxnSpPr>
            <a:stCxn id="29" idx="4"/>
          </p:cNvCxnSpPr>
          <p:nvPr/>
        </p:nvCxnSpPr>
        <p:spPr>
          <a:xfrm rot="16200000" flipH="1">
            <a:off x="4668733" y="1831861"/>
            <a:ext cx="1172065" cy="708249"/>
          </a:xfrm>
          <a:prstGeom prst="bentConnector3">
            <a:avLst>
              <a:gd name="adj1" fmla="val 10023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8DB4A57-883C-8B4A-94F4-DF249A21AF4C}"/>
              </a:ext>
            </a:extLst>
          </p:cNvPr>
          <p:cNvCxnSpPr>
            <a:cxnSpLocks/>
          </p:cNvCxnSpPr>
          <p:nvPr/>
        </p:nvCxnSpPr>
        <p:spPr>
          <a:xfrm>
            <a:off x="3578318" y="1554330"/>
            <a:ext cx="1036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C6B8B91-08D9-0A44-9FED-BF0463199919}"/>
              </a:ext>
            </a:extLst>
          </p:cNvPr>
          <p:cNvCxnSpPr>
            <a:cxnSpLocks/>
          </p:cNvCxnSpPr>
          <p:nvPr/>
        </p:nvCxnSpPr>
        <p:spPr>
          <a:xfrm>
            <a:off x="3578318" y="4319451"/>
            <a:ext cx="17676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767187-1120-374F-A2CF-6078ADEE7BEA}"/>
              </a:ext>
            </a:extLst>
          </p:cNvPr>
          <p:cNvCxnSpPr>
            <a:cxnSpLocks/>
          </p:cNvCxnSpPr>
          <p:nvPr/>
        </p:nvCxnSpPr>
        <p:spPr>
          <a:xfrm>
            <a:off x="3578318" y="1555165"/>
            <a:ext cx="0" cy="27648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/>
              <p:nvPr/>
            </p:nvSpPr>
            <p:spPr>
              <a:xfrm>
                <a:off x="2029018" y="1551155"/>
                <a:ext cx="1584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/>
                  <a:t>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9018" y="1551155"/>
                <a:ext cx="1584665" cy="369332"/>
              </a:xfrm>
              <a:prstGeom prst="rect">
                <a:avLst/>
              </a:prstGeom>
              <a:blipFill>
                <a:blip r:embed="rId5"/>
                <a:stretch>
                  <a:fillRect l="-3175" t="-3226" b="-2258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E096B7-8DFF-8940-AB4A-C293D84A1BFE}"/>
              </a:ext>
            </a:extLst>
          </p:cNvPr>
          <p:cNvCxnSpPr>
            <a:stCxn id="22" idx="0"/>
            <a:endCxn id="4" idx="2"/>
          </p:cNvCxnSpPr>
          <p:nvPr/>
        </p:nvCxnSpPr>
        <p:spPr>
          <a:xfrm flipV="1">
            <a:off x="6350490" y="3427740"/>
            <a:ext cx="0" cy="651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D4BF8E5-B79A-6143-B0E8-3AAA41505B77}"/>
              </a:ext>
            </a:extLst>
          </p:cNvPr>
          <p:cNvCxnSpPr>
            <a:stCxn id="4" idx="2"/>
          </p:cNvCxnSpPr>
          <p:nvPr/>
        </p:nvCxnSpPr>
        <p:spPr>
          <a:xfrm flipV="1">
            <a:off x="6350490" y="3060777"/>
            <a:ext cx="0" cy="366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/>
              <p:nvPr/>
            </p:nvSpPr>
            <p:spPr>
              <a:xfrm>
                <a:off x="6270124" y="3562571"/>
                <a:ext cx="1116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/>
                  <a:t>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0124" y="3562571"/>
                <a:ext cx="1116203" cy="369332"/>
              </a:xfrm>
              <a:prstGeom prst="rect">
                <a:avLst/>
              </a:prstGeom>
              <a:blipFill>
                <a:blip r:embed="rId6"/>
                <a:stretch>
                  <a:fillRect l="-4494" t="-6667" b="-2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DFB8DA-AB6B-4848-BE08-AE84CF85A54B}"/>
                  </a:ext>
                </a:extLst>
              </p:cNvPr>
              <p:cNvSpPr txBox="1"/>
              <p:nvPr/>
            </p:nvSpPr>
            <p:spPr>
              <a:xfrm>
                <a:off x="5892832" y="4571521"/>
                <a:ext cx="905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/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DFB8DA-AB6B-4848-BE08-AE84CF85A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32" y="4571521"/>
                <a:ext cx="905376" cy="369332"/>
              </a:xfrm>
              <a:prstGeom prst="rect">
                <a:avLst/>
              </a:prstGeom>
              <a:blipFill>
                <a:blip r:embed="rId7"/>
                <a:stretch>
                  <a:fillRect l="-6944" t="-10000" b="-23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9423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28</Words>
  <Application>Microsoft Macintosh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Kristina Lietz</dc:creator>
  <cp:lastModifiedBy>Kristina Lietz</cp:lastModifiedBy>
  <cp:revision>2</cp:revision>
  <dcterms:created xsi:type="dcterms:W3CDTF">2023-06-16T19:28:57Z</dcterms:created>
  <dcterms:modified xsi:type="dcterms:W3CDTF">2023-06-16T19:32:51Z</dcterms:modified>
</cp:coreProperties>
</file>